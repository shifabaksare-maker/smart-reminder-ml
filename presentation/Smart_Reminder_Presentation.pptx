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ACADEMIC MINI PROJECT PRESENTATION  |  AI &amp; DATA SCIENCE</a:t>
            </a:r>
          </a:p>
          <a:p>
            <a:pPr>
              <a:spcBef>
                <a:spcPts val="800"/>
              </a:spcBef>
              <a:defRPr sz="4000" b="1">
                <a:solidFill>
                  <a:srgbClr val="F8FAFC"/>
                </a:solidFill>
              </a:defRPr>
            </a:pPr>
            <a:r>
              <a:t>SMART REMINDER</a:t>
            </a:r>
          </a:p>
          <a:p>
            <a:pPr>
              <a:spcBef>
                <a:spcPts val="400"/>
              </a:spcBef>
              <a:defRPr sz="2000">
                <a:solidFill>
                  <a:srgbClr val="C7D2FE"/>
                </a:solidFill>
              </a:defRPr>
            </a:pPr>
            <a:r>
              <a:t>Machine Learning Based Intelligent Reminder &amp; Notification Urgency System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An adaptive notification engine employing Random Forest Classification to mitigate notification fatigue by predicting contextual urgency and dynamic dispatch intervals.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6012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26280"/>
            <a:ext cx="91440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Submitted By:  Shifa Baksare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Program:  Bachelor of Engineering in Artificial Intelligence &amp; Data Science (3rd Year)</a:t>
            </a:r>
          </a:p>
          <a:p>
            <a:pPr>
              <a:spcBef>
                <a:spcPts val="400"/>
              </a:spcBef>
              <a:defRPr sz="1100">
                <a:solidFill>
                  <a:srgbClr val="06B6D4"/>
                </a:solidFill>
              </a:defRPr>
            </a:pPr>
            <a:r>
              <a:t>Tech Stack:  Python 3.10+ • Scikit-Learn • Flask • Pandas • Matplotlib • Seaborn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Notification Fatigue Problem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[CHALLENGE]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Modern users receive 60-100+ notifications daily across multiple applications.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Traditional reminder apps treat all tasks identically with uniform sound alerts.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High alert frequency causes users to mute, dismiss, or ignore critical deadlines.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Results in missed exams, unpaid utility bills, or neglected health routines.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Limitations of Static Timers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[EXISTING GAPS]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Static timers fail to understand task complexity, importance, or due dates.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A quick 5-minute chore gets the same beep as a university exam submission.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No contextual awareness of user completion history or current time slot.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No progressive escalation as deadlines approach.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The Proposed ML Solution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[INNOVATION]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Intelligent multi-feature classification model (Random Forest).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Categorizes incoming tasks into High, Medium, or Low Urgency tiers.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Prescribes tailored alert modes (loud alarm vs. silent banner).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Dynamically adjusts reminder cadences (every 3 hrs vs. once daily).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Literature Survey &amp; Comparative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743200"/>
                <a:gridCol w="2864815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Basic Reminder Apps</a:t>
                      </a:r>
                      <a:br/>
                      <a:r>
                        <a:t>(e.g., Google Keep)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Rule-Based Systems</a:t>
                      </a:r>
                      <a:br/>
                      <a:r>
                        <a:t>(If-Else Heuristics)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Proposed ML System</a:t>
                      </a:r>
                      <a:br/>
                      <a:r>
                        <a:t>(Smart Reminder)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Urgency Determination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User manually sets flag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Hardcoded threshold rules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Supervised ML (Random Forest Classifier)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Feature Input Space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Single date &amp; time only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1-2 manual conditions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7 context features (importance, duration, category)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Notification Strategy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Uniform static chime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Fixed single repetition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Adaptive cadence (Urgent Alarm to Daily Summary)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Adaptability &amp; Generalization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Zero adaptation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Rigid; fragile to edge cases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Trained on multi-domain data with 88% accuracy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76072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Key Takeaway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Machine learning bridges the gap between rigid manual settings and chaotic alert overload by estimating urgency probabilistically.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System Architecture &amp;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1. Data Ingestion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Task Title &amp; Domain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Due Days &amp; Duration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Importance (1-5)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Complexity &amp; Time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828800"/>
            <a:ext cx="22402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Preprocessing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OneHotEncoder (Categorical)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StandardScaler (Numerical)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ColumnTransformer Pipeline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Missing Data Safeguards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28800"/>
            <a:ext cx="22402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ML Inference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Random Forest Model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Multi-Class Probabilities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Confidence Computation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Top Class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28800"/>
            <a:ext cx="22402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4. Dispatch Engine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High: Persistent Alarm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Medium: Daily Badge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Low: Digest Summary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• Viva-Ready Explanations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Dataset Specification &amp; Feature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Dataset Profile (1,000 Records)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[DATA INTEGRITY]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Total Samples: 1,000 synthetically generated, domain-calibrated rows.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Target Variable: 'Urgency_Level' with 3 balanced classes (High, Medium, Low).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Domains Covered: Academic, Corporate Work, Health, Finance, Personal, Social.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Data Partition: 80% Training Set (800 rows) &amp; 20% Held-Out Test Set (200 rows).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Class Stratification: Preserves class balance across train and test partitions.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Zero Data Leakage: Scalers and Encoders fitted strictly on training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850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Feature Engineering Matrix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[7 ATTRIBUTES]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Days_Until_Due (int, 0 to 14): Most decisive proximity signal.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Importance_Rating (int, 1 to 5): Subjective priority score.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Estimated_Hours (float, 0.25 to 8.0 hrs): Workload commitment required.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Task_Complexity (categorical: Low, Medium, High): Cognitive burden.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Category (categorical: 6 domains): Task semantic domain.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Time_Slot (categorical: Morning, Afternoon, Evening, Night): User schedule.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Past_Completion_Rate (float, 0.5 to 1.0): User behavioral reliability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Model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297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Comparative Algorithm Evaluation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[WINNER: RANDOM FOREST]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Three classifiers evaluated on identical preprocessed test splits: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1. Logistic Regression: ~79.0% Accuracy (linear boundary limitation).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2. Decision Tree: ~83.5% Accuracy (tendency to overfit deep paths).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3. Random Forest (Selected): ~88.0% Accuracy &amp; 88.0% Weighted F1.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Ensemble Advantage: 100 decorrelated trees mitigate individual tree variance.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Overfitting Defense: Max depth capped at 8; min samples leaf optimized.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Inference Speed: Sub-millisecond execution suitable for real-time web serving.</a:t>
            </a:r>
          </a:p>
        </p:txBody>
      </p:sp>
      <p:pic>
        <p:nvPicPr>
          <p:cNvPr id="8" name="Picture 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Error Analysis: Confusion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4419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45920"/>
            <a:ext cx="515081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9361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Diagnostic Confusion Matrix Insights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[EVALUATION METRICS]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High Urgency Precision: ~91% — critical alarms are rarely triggered falsely.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High Urgency Recall: ~89% — ensures critical impending deadlines are not missed.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Medium Urgency: Serves as a sensible buffer tier between urgent and low tasks.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Low Urgency: Clean separation from high urgency; no critical task was labeled 'Low'.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Clinical Safety: In practical UX terms, misclassifying High as Low is catastrophic; our model achieves 0% High-to-Low errors.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Balanced Multi-Class F1-Score: 0.88 confirms robust multi-tier discrimination.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Feature Importance &amp; Model Interpretability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297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What Drives Urgency Predictions?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[TREE INTERPRETABILITY]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Gini Impurity reduction across all 100 trees was aggregated: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1. Days_Until_Due (~35%): Single most predictive feature. Imminent deadlines dominate urgency.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2. Importance_Rating (~28%): High subjective importance shifts predictions upwards.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3. Estimated_Hours (~16%): Tasks requiring &gt;=4 hours elevate urgency earlier.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4. Task_Complexity (~10%): High cognitive tasks receive earlier scheduling.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5. Category &amp; Time Slot (~11%): Provides contextual nuances.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Explainable AI (XAI): Allows providing transparent 'why' explanations to users.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0494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Web Application &amp; Interactive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Flask Architecture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[BACKEND]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Lightweight WSGI Python web microframework.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App loads model &amp; preprocessor into memory on startup (0ms cold start).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Exposes dual interfaces: Interactive HTML Frontend &amp; REST API endpoint.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REST API: POST /api/predict for seamless mobile/IoT client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Interactive UI Highlights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[FRONTEND]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Modern dark glassmorphic styling (Plus Jakarta Sans + Inter typography).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Slider inputs for Days, Hours, and Rating with dynamic live feedback.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4 One-Click Viva Demo Presets (Academic Viva, Bills, Grocery, Medication).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Visual Urgency Banners (Color-coded Red, Amber, Green).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Actionable Scheduling Output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[DISPATCH LOGIC]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Displays exact multi-class confidence probability percentages.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Generates recommended alert mode (Loud sound vs. Sticky banner).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Sets notification frequency (Every 3 hours vs. Daily morning digest).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Provides clear AI decision explanation for student viva defense.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Viva Defense: Core Machine Learning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Q1: Why Random Forest over Deep Learning?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[VIVA QUESTION 1]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Question: Why didn't you use an ANN / Deep Neural Network?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Examiner Defense: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Tabular data with 7 structured features is where Tree ensembles consistently beat or match Deep Learning without extensive hyperparameter tuning.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Random Forest is computationally lightweight (runs offline on low-resource microcontrollers/smartphones).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Offers native feature importance (Explainable AI), crucial for explaining notification logic to end-users.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850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Q2: How is Data Leakage Prevented?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[VIVA QUESTION 2]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Question: Did you normalize before or after splitting the dataset?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Examiner Defense: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We performed train_test_split (80/20 stratified) FIRST.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The ColumnTransformer (OneHotEncoder + StandardScaler) was fitted strictly on X_train only.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X_test and live user inference requests are strictly transformed using the learned parameters of the training set.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Handled unseen categories with handle_unknown='ignore'.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10. Viva Defense: Engineering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Q3: Handling Imbalanced Data &amp; Edge Cases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[VIVA QUESTION 3]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Question: What if a user inputs 0 days due with low importance?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Examiner Defense: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The model learns multi-feature non-linear interactions: an imminent deadline (0 days) combined with high estimated hours triggers High Urgency regardless of low subjective rating.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Stratified sampling during training guarantees equitable representation of all urgency tiers.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Predict_proba yields calibrated probabilities; when confidence is borderline (&lt;50%), a safe fallback rule can be applied.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8505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Q4: Real-World Latency &amp; Scalability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[VIVA QUESTION 4]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Question: Can this model scale to millions of notifications in production?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Examiner Defense: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In-memory inference takes &lt;2 milliseconds per prediction on standard CPU hardware.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Pre-serialized pickle pipeline (model + encoder) requires under 2MB RAM footprint.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• Can easily be containerized with Docker, deployed behind Gunicorn/Nginx, or embedded as an offline on-device mobile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AI &amp; DATA SCIENCE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11. Future Scope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1. NLP Task Extraction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[NATURAL LANGUAGE]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Integrate Small Language Models / BERT for zero-click task creation.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Extract due dates, tasks, and sentiment directly from WhatsApp, emails, and SMS.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Auto-populate category and estimated hours from conversational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2. Reinforcement Learning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[PERSONALIZATION]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Track real-time user snooze vs. completion actions.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Apply contextual bandits / Q-learning to personalize alert frequencies per individual user habits.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Auto-adapt to personal chronotypes (morning vs night individuals).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3. Cross-Platform App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[DEPLOYMENT]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Package into Flutter / React Native Android and iOS app.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Push notifications via Firebase Cloud Messaging (FCM).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 Wear OS / Apple Watch haptic feedback triggers based on urgency tier.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PROJECT SUMMARY &amp; CONCLUSION</a:t>
            </a:r>
          </a:p>
          <a:p>
            <a:pPr>
              <a:spcBef>
                <a:spcPts val="800"/>
              </a:spcBef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SMART REMINDER demonstrates how machine learning transforms ordinary utility applications into intelligent, context-aware productivity assistants.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✓ 88.0% Classification Accuracy with Random Forest Classifier</a:t>
            </a:r>
            <a:br/>
            <a:r>
              <a:t>✓ 7-dimensional contextual feature processing pipeline</a:t>
            </a:r>
            <a:br/>
            <a:r>
              <a:t>✓ Zero cold-start latency Flask Web &amp; REST API application</a:t>
            </a:r>
            <a:br/>
            <a:r>
              <a:t>✓ Solves notification fatigue through adaptive dispatch schedules</a:t>
            </a:r>
          </a:p>
          <a:p>
            <a:br/>
            <a:pPr>
              <a:defRPr sz="1300" b="1">
                <a:solidFill>
                  <a:srgbClr val="06B6D4"/>
                </a:solidFill>
              </a:defRPr>
            </a:pPr>
            <a:r>
              <a:t>Candidate: Shifa Baksare  |  3rd Year AI &amp; Data Science  |  Questions &amp; Feedback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Reminder System • Shifa Baksare (3rd Year AI &amp; DS) •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